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370" r:id="rId5"/>
    <p:sldId id="338" r:id="rId6"/>
    <p:sldId id="378" r:id="rId7"/>
    <p:sldId id="265" r:id="rId8"/>
    <p:sldId id="371" r:id="rId9"/>
    <p:sldId id="372" r:id="rId10"/>
    <p:sldId id="373" r:id="rId11"/>
    <p:sldId id="374" r:id="rId12"/>
    <p:sldId id="359" r:id="rId13"/>
    <p:sldId id="335" r:id="rId14"/>
    <p:sldId id="336" r:id="rId15"/>
    <p:sldId id="339" r:id="rId16"/>
    <p:sldId id="340" r:id="rId17"/>
    <p:sldId id="341" r:id="rId18"/>
    <p:sldId id="343" r:id="rId19"/>
    <p:sldId id="344" r:id="rId20"/>
    <p:sldId id="375" r:id="rId21"/>
    <p:sldId id="345" r:id="rId22"/>
    <p:sldId id="376" r:id="rId23"/>
    <p:sldId id="369" r:id="rId24"/>
    <p:sldId id="377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C9B1088-1715-4085-8B1D-F60D8ED21BAD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5CD1ED90-AF8F-44BC-BB6D-3F71C7268EB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Сборка</a:t>
            </a:r>
            <a:r>
              <a:rPr lang="en-US" dirty="0" smtClean="0"/>
              <a:t> </a:t>
            </a:r>
            <a:r>
              <a:rPr lang="ru-RU" dirty="0" smtClean="0"/>
              <a:t>и тестирование</a:t>
            </a: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Разработка веб-приложений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45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193032"/>
          </a:xfrm>
        </p:spPr>
        <p:txBody>
          <a:bodyPr>
            <a:normAutofit/>
          </a:bodyPr>
          <a:lstStyle/>
          <a:p>
            <a:r>
              <a:rPr lang="ru-RU" dirty="0" smtClean="0"/>
              <a:t>При разработке </a:t>
            </a:r>
            <a:r>
              <a:rPr lang="en-US" dirty="0" smtClean="0"/>
              <a:t>SPA-</a:t>
            </a:r>
            <a:r>
              <a:rPr lang="ru-RU" dirty="0" smtClean="0"/>
              <a:t>приложений в простейшем случае при разделении функционала серверной и клиентской части проект состоит из двух модулей:</a:t>
            </a:r>
          </a:p>
          <a:p>
            <a:pPr lvl="1"/>
            <a:r>
              <a:rPr lang="en-US" dirty="0" smtClean="0"/>
              <a:t>Front-end;</a:t>
            </a:r>
          </a:p>
          <a:p>
            <a:pPr lvl="1"/>
            <a:r>
              <a:rPr lang="en-US" dirty="0" smtClean="0"/>
              <a:t>Back-end.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проекта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61048"/>
            <a:ext cx="3743325" cy="154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526879"/>
            <a:ext cx="275272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576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&lt;?</a:t>
            </a:r>
            <a:r>
              <a:rPr lang="en-US" dirty="0" smtClean="0"/>
              <a:t>xml version="1.0" encoding="UTF-8"</a:t>
            </a:r>
            <a:r>
              <a:rPr lang="en-US" i="1" dirty="0" smtClean="0"/>
              <a:t>?&gt;</a:t>
            </a:r>
            <a:br>
              <a:rPr lang="en-US" i="1" dirty="0" smtClean="0"/>
            </a:br>
            <a:r>
              <a:rPr lang="en-US" dirty="0" smtClean="0"/>
              <a:t>&lt;project </a:t>
            </a:r>
            <a:r>
              <a:rPr lang="en-US" dirty="0" err="1" smtClean="0"/>
              <a:t>xmlns</a:t>
            </a:r>
            <a:r>
              <a:rPr lang="en-US" dirty="0" smtClean="0"/>
              <a:t>="http://maven.apache.org/POM/4.0.0" </a:t>
            </a:r>
            <a:r>
              <a:rPr lang="en-US" dirty="0" err="1" smtClean="0"/>
              <a:t>xmlns:xsi</a:t>
            </a:r>
            <a:r>
              <a:rPr lang="en-US" dirty="0" smtClean="0"/>
              <a:t>="http://www.w3.org/2001/XMLSchema-instance" </a:t>
            </a:r>
            <a:r>
              <a:rPr lang="en-US" dirty="0" err="1" smtClean="0"/>
              <a:t>xsi:schemaLocation</a:t>
            </a:r>
            <a:r>
              <a:rPr lang="en-US" dirty="0" smtClean="0"/>
              <a:t>="http://maven.apache.org/POM/4.0.0 http://maven.apache.org/xsd/maven-4.0.0.xsd"&gt;</a:t>
            </a:r>
            <a:br>
              <a:rPr lang="en-US" dirty="0" smtClean="0"/>
            </a:br>
            <a:r>
              <a:rPr lang="en-US" dirty="0" smtClean="0"/>
              <a:t>    &lt;</a:t>
            </a:r>
            <a:r>
              <a:rPr lang="en-US" dirty="0" err="1" smtClean="0"/>
              <a:t>modelVersion</a:t>
            </a:r>
            <a:r>
              <a:rPr lang="en-US" dirty="0" smtClean="0"/>
              <a:t>&gt;4.0.0&lt;/</a:t>
            </a:r>
            <a:r>
              <a:rPr lang="en-US" dirty="0" err="1" smtClean="0"/>
              <a:t>modelVersion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&lt;parent&gt;</a:t>
            </a:r>
            <a:br>
              <a:rPr lang="en-US" dirty="0" smtClean="0"/>
            </a:br>
            <a:r>
              <a:rPr lang="en-US" dirty="0" smtClean="0"/>
              <a:t>        &lt;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  <a:r>
              <a:rPr lang="en-US" dirty="0" err="1" smtClean="0"/>
              <a:t>org.springframework.boot</a:t>
            </a:r>
            <a:r>
              <a:rPr lang="en-US" dirty="0" smtClean="0"/>
              <a:t>&lt;/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    &lt;</a:t>
            </a:r>
            <a:r>
              <a:rPr lang="en-US" dirty="0" err="1" smtClean="0"/>
              <a:t>artifactId</a:t>
            </a:r>
            <a:r>
              <a:rPr lang="en-US" dirty="0" smtClean="0"/>
              <a:t>&gt;spring-boot-starter-parent&lt;/</a:t>
            </a:r>
            <a:r>
              <a:rPr lang="en-US" dirty="0" err="1" smtClean="0"/>
              <a:t>artifactId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    &lt;version&gt;3.0.2&lt;/version&gt;</a:t>
            </a:r>
            <a:br>
              <a:rPr lang="en-US" dirty="0" smtClean="0"/>
            </a:br>
            <a:r>
              <a:rPr lang="en-US" dirty="0" smtClean="0"/>
              <a:t>        &lt;</a:t>
            </a:r>
            <a:r>
              <a:rPr lang="en-US" dirty="0" err="1" smtClean="0"/>
              <a:t>relativePath</a:t>
            </a:r>
            <a:r>
              <a:rPr lang="en-US" dirty="0" smtClean="0"/>
              <a:t>/&gt; </a:t>
            </a:r>
            <a:r>
              <a:rPr lang="en-US" i="1" dirty="0" smtClean="0"/>
              <a:t>&lt;!-- lookup parent from repository --&gt;</a:t>
            </a:r>
            <a:br>
              <a:rPr lang="en-US" i="1" dirty="0" smtClean="0"/>
            </a:br>
            <a:r>
              <a:rPr lang="en-US" i="1" dirty="0" smtClean="0"/>
              <a:t>    </a:t>
            </a:r>
            <a:r>
              <a:rPr lang="en-US" dirty="0" smtClean="0"/>
              <a:t>&lt;/parent&gt;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&lt;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  <a:r>
              <a:rPr lang="en-US" dirty="0" err="1" smtClean="0"/>
              <a:t>com.ssau</a:t>
            </a:r>
            <a:r>
              <a:rPr lang="en-US" dirty="0" smtClean="0"/>
              <a:t>&lt;/</a:t>
            </a:r>
            <a:r>
              <a:rPr lang="en-US" dirty="0" err="1" smtClean="0"/>
              <a:t>groupId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&lt;</a:t>
            </a:r>
            <a:r>
              <a:rPr lang="en-US" dirty="0" err="1" smtClean="0"/>
              <a:t>artifactId</a:t>
            </a:r>
            <a:r>
              <a:rPr lang="en-US" dirty="0" smtClean="0"/>
              <a:t>&gt;study&lt;/</a:t>
            </a:r>
            <a:r>
              <a:rPr lang="en-US" dirty="0" err="1" smtClean="0"/>
              <a:t>artifactId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&lt;version&gt;0.0.1-SNAPSHOT&lt;/version&gt;</a:t>
            </a:r>
            <a:br>
              <a:rPr lang="en-US" dirty="0" smtClean="0"/>
            </a:br>
            <a:r>
              <a:rPr lang="en-US" dirty="0" smtClean="0"/>
              <a:t>    &lt;name&gt;Study&lt;/name&gt;</a:t>
            </a:r>
            <a:br>
              <a:rPr lang="en-US" dirty="0" smtClean="0"/>
            </a:br>
            <a:r>
              <a:rPr lang="en-US" dirty="0" smtClean="0"/>
              <a:t>    &lt;description&gt;Study project for Spring Boot&lt;/description&gt;</a:t>
            </a:r>
            <a:br>
              <a:rPr lang="en-US" dirty="0" smtClean="0"/>
            </a:br>
            <a:r>
              <a:rPr lang="en-US" dirty="0" smtClean="0"/>
              <a:t>    &lt;packaging&gt;</a:t>
            </a:r>
            <a:r>
              <a:rPr lang="en-US" dirty="0" err="1" smtClean="0"/>
              <a:t>pom</a:t>
            </a:r>
            <a:r>
              <a:rPr lang="en-US" dirty="0" smtClean="0"/>
              <a:t>&lt;/packaging&gt;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&lt;modules&gt;</a:t>
            </a:r>
            <a:br>
              <a:rPr lang="en-US" dirty="0" smtClean="0"/>
            </a:br>
            <a:r>
              <a:rPr lang="en-US" dirty="0" smtClean="0"/>
              <a:t>        &lt;module&gt;frontend&lt;/module&gt;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       </a:t>
            </a:r>
            <a:r>
              <a:rPr lang="en-US" dirty="0"/>
              <a:t>&lt;</a:t>
            </a:r>
            <a:r>
              <a:rPr lang="en-US" dirty="0" smtClean="0"/>
              <a:t>module&gt;</a:t>
            </a:r>
            <a:r>
              <a:rPr lang="en-US" dirty="0"/>
              <a:t>backend</a:t>
            </a:r>
            <a:r>
              <a:rPr lang="en-US" dirty="0" smtClean="0"/>
              <a:t>&lt;/</a:t>
            </a:r>
            <a:r>
              <a:rPr lang="en-US" dirty="0"/>
              <a:t>module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&lt;/modules&gt;</a:t>
            </a:r>
            <a:br>
              <a:rPr lang="en-US" dirty="0" smtClean="0"/>
            </a:br>
            <a:r>
              <a:rPr lang="en-US" dirty="0" smtClean="0"/>
              <a:t>&lt;/project&gt;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pom.xml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6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&lt;project </a:t>
            </a:r>
            <a:r>
              <a:rPr lang="en-US" dirty="0" err="1"/>
              <a:t>xsi:schemaLocation</a:t>
            </a:r>
            <a:r>
              <a:rPr lang="en-US" dirty="0"/>
              <a:t>="http://maven.apache.org/POM/4.0.0 http://maven.apache.org/xsd/maven-4.0.0.xsd"</a:t>
            </a:r>
            <a:br>
              <a:rPr lang="en-US" dirty="0"/>
            </a:br>
            <a:r>
              <a:rPr lang="en-US" dirty="0"/>
              <a:t>         </a:t>
            </a:r>
            <a:r>
              <a:rPr lang="en-US" dirty="0" err="1"/>
              <a:t>xmlns</a:t>
            </a:r>
            <a:r>
              <a:rPr lang="en-US" dirty="0"/>
              <a:t>="http://maven.apache.org/POM/4.0.0" </a:t>
            </a:r>
            <a:r>
              <a:rPr lang="en-US" dirty="0" err="1"/>
              <a:t>xmlns:xsi</a:t>
            </a:r>
            <a:r>
              <a:rPr lang="en-US" dirty="0"/>
              <a:t>="http://www.w3.org/2001/XMLSchema-instance"&gt;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 err="1"/>
              <a:t>modelVersion</a:t>
            </a:r>
            <a:r>
              <a:rPr lang="en-US" dirty="0"/>
              <a:t>&gt;4.0.0&lt;/</a:t>
            </a:r>
            <a:r>
              <a:rPr lang="en-US" dirty="0" err="1"/>
              <a:t>modelVersion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/>
              <a:t>parent&gt;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smtClean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com.ssau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smtClean="0"/>
              <a:t>    &lt;</a:t>
            </a:r>
            <a:r>
              <a:rPr lang="en-US" dirty="0" err="1"/>
              <a:t>artifactId</a:t>
            </a:r>
            <a:r>
              <a:rPr lang="en-US" dirty="0"/>
              <a:t>&gt;study&lt;/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smtClean="0"/>
              <a:t>    &lt;</a:t>
            </a:r>
            <a:r>
              <a:rPr lang="en-US" dirty="0"/>
              <a:t>version&gt;0.0.1-SNAPSHOT&lt;/version&gt;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&lt;/</a:t>
            </a:r>
            <a:r>
              <a:rPr lang="en-US" dirty="0"/>
              <a:t>parent&gt;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 err="1"/>
              <a:t>artifactId</a:t>
            </a:r>
            <a:r>
              <a:rPr lang="en-US" dirty="0"/>
              <a:t>&gt;study-frontend&lt;/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/>
              <a:t>version&gt;0.0.1-SNAPSHOT&lt;/version&gt;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/>
              <a:t>name&gt;Study Frontend&lt;/name&gt;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/>
              <a:t>description&gt;Study project for </a:t>
            </a:r>
            <a:r>
              <a:rPr lang="en-US" dirty="0" smtClean="0"/>
              <a:t>Angular&lt;/</a:t>
            </a:r>
            <a:r>
              <a:rPr lang="en-US" dirty="0"/>
              <a:t>description&gt;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smtClean="0"/>
              <a:t>  &lt;</a:t>
            </a:r>
            <a:r>
              <a:rPr lang="en-US" dirty="0"/>
              <a:t>packaging&gt;</a:t>
            </a:r>
            <a:r>
              <a:rPr lang="en-US" dirty="0" err="1"/>
              <a:t>pom</a:t>
            </a:r>
            <a:r>
              <a:rPr lang="en-US" dirty="0"/>
              <a:t>&lt;/packaging</a:t>
            </a:r>
            <a:r>
              <a:rPr lang="en-US" dirty="0" smtClean="0"/>
              <a:t>&gt;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…</a:t>
            </a:r>
            <a:endParaRPr lang="en-US" dirty="0"/>
          </a:p>
          <a:p>
            <a:pPr marL="0" lvl="0" indent="0">
              <a:buNone/>
            </a:pPr>
            <a:r>
              <a:rPr lang="en-US" dirty="0" smtClean="0"/>
              <a:t>&lt;/project&gt;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en-US" dirty="0" smtClean="0"/>
              <a:t>om.xml (frontend)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6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&lt;project </a:t>
            </a:r>
            <a:r>
              <a:rPr lang="en-US" dirty="0" err="1"/>
              <a:t>xmlns</a:t>
            </a:r>
            <a:r>
              <a:rPr lang="en-US" dirty="0"/>
              <a:t>="http://maven.apache.org/POM/4.0.0" </a:t>
            </a:r>
            <a:r>
              <a:rPr lang="en-US" dirty="0" err="1"/>
              <a:t>xmlns:xsi</a:t>
            </a:r>
            <a:r>
              <a:rPr lang="en-US" dirty="0"/>
              <a:t>="http://www.w3.org/2001/XMLSchema-instance"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xsi:schemaLocation</a:t>
            </a:r>
            <a:r>
              <a:rPr lang="en-US" dirty="0"/>
              <a:t>="http://maven.apache.org/POM/4.0.0 https://maven.apache.org/xsd/maven-4.0.0.xsd"&gt;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 err="1"/>
              <a:t>modelVersion</a:t>
            </a:r>
            <a:r>
              <a:rPr lang="en-US" dirty="0"/>
              <a:t>&gt;4.0.0&lt;/</a:t>
            </a:r>
            <a:r>
              <a:rPr lang="en-US" dirty="0" err="1"/>
              <a:t>modelVersion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/>
              <a:t>parent&gt;</a:t>
            </a:r>
            <a:br>
              <a:rPr lang="en-US" dirty="0"/>
            </a:br>
            <a:r>
              <a:rPr lang="en-US" dirty="0" smtClean="0"/>
              <a:t>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com.ssau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 smtClean="0"/>
              <a:t>        &lt;</a:t>
            </a:r>
            <a:r>
              <a:rPr lang="en-US" dirty="0" err="1"/>
              <a:t>artifactId</a:t>
            </a:r>
            <a:r>
              <a:rPr lang="en-US" dirty="0"/>
              <a:t>&gt;study&lt;/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 smtClean="0"/>
              <a:t>        &lt;</a:t>
            </a:r>
            <a:r>
              <a:rPr lang="en-US" dirty="0"/>
              <a:t>version&gt;0.0.1-SNAPSHOT&lt;/version&gt;</a:t>
            </a:r>
            <a:br>
              <a:rPr lang="en-US" dirty="0"/>
            </a:br>
            <a:r>
              <a:rPr lang="en-US" dirty="0" smtClean="0"/>
              <a:t>    &lt;/</a:t>
            </a:r>
            <a:r>
              <a:rPr lang="en-US" dirty="0"/>
              <a:t>parent&gt;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 err="1"/>
              <a:t>artifactId</a:t>
            </a:r>
            <a:r>
              <a:rPr lang="en-US" dirty="0"/>
              <a:t>&gt;study-backend&lt;/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/>
              <a:t>version&gt;0.0.1-SNAPSHOT&lt;/version&gt;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/>
              <a:t>name&gt;Study Backend&lt;/name&gt;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/>
              <a:t>description&gt;Study project for Spring Boot&lt;/description&gt;</a:t>
            </a:r>
            <a:br>
              <a:rPr lang="en-US" dirty="0"/>
            </a:br>
            <a:r>
              <a:rPr lang="en-US" dirty="0" smtClean="0"/>
              <a:t>    &lt;</a:t>
            </a:r>
            <a:r>
              <a:rPr lang="en-US" dirty="0"/>
              <a:t>properties&gt;</a:t>
            </a:r>
            <a:br>
              <a:rPr lang="en-US" dirty="0"/>
            </a:br>
            <a:r>
              <a:rPr lang="en-US" dirty="0" smtClean="0"/>
              <a:t>        &lt;</a:t>
            </a:r>
            <a:r>
              <a:rPr lang="en-US" dirty="0" err="1"/>
              <a:t>java.version</a:t>
            </a:r>
            <a:r>
              <a:rPr lang="en-US" dirty="0"/>
              <a:t>&gt;17&lt;/</a:t>
            </a:r>
            <a:r>
              <a:rPr lang="en-US" dirty="0" err="1"/>
              <a:t>java.version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 smtClean="0"/>
              <a:t>    &lt;/</a:t>
            </a:r>
            <a:r>
              <a:rPr lang="en-US" dirty="0"/>
              <a:t>properties&gt;</a:t>
            </a:r>
            <a:br>
              <a:rPr lang="en-US" dirty="0"/>
            </a:br>
            <a:r>
              <a:rPr lang="en-US" dirty="0" smtClean="0"/>
              <a:t>    …</a:t>
            </a:r>
            <a:endParaRPr lang="en-US" dirty="0"/>
          </a:p>
          <a:p>
            <a:pPr marL="0" lvl="0" indent="0">
              <a:buNone/>
            </a:pPr>
            <a:r>
              <a:rPr lang="en-US" dirty="0" smtClean="0"/>
              <a:t>&lt;/project&gt;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en-US" dirty="0" smtClean="0"/>
              <a:t>om.xml (backend)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78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&lt;plugin&gt;</a:t>
            </a:r>
            <a:br>
              <a:rPr lang="en-US" dirty="0"/>
            </a:br>
            <a:r>
              <a:rPr lang="en-US" dirty="0"/>
              <a:t>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com.github.eirslett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&lt;</a:t>
            </a:r>
            <a:r>
              <a:rPr lang="en-US" dirty="0" err="1"/>
              <a:t>artifactId</a:t>
            </a:r>
            <a:r>
              <a:rPr lang="en-US" dirty="0"/>
              <a:t>&gt;frontend-maven-plugin&lt;/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&lt;version&gt;1.11.3&lt;/version&gt;</a:t>
            </a:r>
            <a:br>
              <a:rPr lang="en-US" dirty="0"/>
            </a:br>
            <a:r>
              <a:rPr lang="en-US" dirty="0"/>
              <a:t>  &lt;configuration&gt;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nodeVersion</a:t>
            </a:r>
            <a:r>
              <a:rPr lang="en-US" dirty="0"/>
              <a:t>&gt;v18.15.0&lt;/</a:t>
            </a:r>
            <a:r>
              <a:rPr lang="en-US" dirty="0" err="1"/>
              <a:t>nodeVersion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npmVersion</a:t>
            </a:r>
            <a:r>
              <a:rPr lang="en-US" dirty="0"/>
              <a:t>&gt;9.5.0&lt;/</a:t>
            </a:r>
            <a:r>
              <a:rPr lang="en-US" dirty="0" err="1"/>
              <a:t>npmVersion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workingDirectory</a:t>
            </a:r>
            <a:r>
              <a:rPr lang="en-US" dirty="0"/>
              <a:t>&gt;</a:t>
            </a:r>
            <a:r>
              <a:rPr lang="en-US" dirty="0" err="1"/>
              <a:t>src</a:t>
            </a:r>
            <a:r>
              <a:rPr lang="en-US" dirty="0"/>
              <a:t>/&lt;/</a:t>
            </a:r>
            <a:r>
              <a:rPr lang="en-US" dirty="0" err="1"/>
              <a:t>workingDirectory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&lt;/configuration&gt;</a:t>
            </a:r>
            <a:br>
              <a:rPr lang="en-US" dirty="0"/>
            </a:br>
            <a:r>
              <a:rPr lang="en-US" dirty="0"/>
              <a:t>  &lt;executions&gt;</a:t>
            </a:r>
            <a:br>
              <a:rPr lang="en-US" dirty="0"/>
            </a:br>
            <a:r>
              <a:rPr lang="en-US" dirty="0"/>
              <a:t>    &lt;execution&gt;</a:t>
            </a:r>
            <a:br>
              <a:rPr lang="en-US" dirty="0"/>
            </a:br>
            <a:r>
              <a:rPr lang="en-US" dirty="0"/>
              <a:t>      &lt;id&gt;install node and </a:t>
            </a:r>
            <a:r>
              <a:rPr lang="en-US" dirty="0" err="1"/>
              <a:t>npm</a:t>
            </a:r>
            <a:r>
              <a:rPr lang="en-US" dirty="0"/>
              <a:t>&lt;/id&gt;</a:t>
            </a:r>
            <a:br>
              <a:rPr lang="en-US" dirty="0"/>
            </a:br>
            <a:r>
              <a:rPr lang="en-US" dirty="0"/>
              <a:t>      &lt;goals&gt;</a:t>
            </a:r>
            <a:br>
              <a:rPr lang="en-US" dirty="0"/>
            </a:br>
            <a:r>
              <a:rPr lang="en-US" dirty="0"/>
              <a:t>        &lt;goal&gt;install-node-and-</a:t>
            </a:r>
            <a:r>
              <a:rPr lang="en-US" dirty="0" err="1"/>
              <a:t>npm</a:t>
            </a:r>
            <a:r>
              <a:rPr lang="en-US" dirty="0"/>
              <a:t>&lt;/goal&gt;</a:t>
            </a:r>
            <a:br>
              <a:rPr lang="en-US" dirty="0"/>
            </a:br>
            <a:r>
              <a:rPr lang="en-US" dirty="0"/>
              <a:t>      &lt;/goals&gt;</a:t>
            </a:r>
            <a:br>
              <a:rPr lang="en-US" dirty="0"/>
            </a:br>
            <a:r>
              <a:rPr lang="en-US" dirty="0"/>
              <a:t>    &lt;/execution&gt;</a:t>
            </a:r>
            <a:br>
              <a:rPr lang="en-US" dirty="0"/>
            </a:br>
            <a:r>
              <a:rPr lang="en-US" dirty="0"/>
              <a:t>    &lt;execution&gt;</a:t>
            </a:r>
            <a:br>
              <a:rPr lang="en-US" dirty="0"/>
            </a:br>
            <a:r>
              <a:rPr lang="en-US" dirty="0"/>
              <a:t>      &lt;id&gt;</a:t>
            </a:r>
            <a:r>
              <a:rPr lang="en-US" dirty="0" err="1"/>
              <a:t>npm</a:t>
            </a:r>
            <a:r>
              <a:rPr lang="en-US" dirty="0"/>
              <a:t> install&lt;/id&gt;</a:t>
            </a:r>
            <a:br>
              <a:rPr lang="en-US" dirty="0"/>
            </a:br>
            <a:r>
              <a:rPr lang="en-US" dirty="0"/>
              <a:t>      &lt;goals&gt;</a:t>
            </a:r>
            <a:br>
              <a:rPr lang="en-US" dirty="0"/>
            </a:br>
            <a:r>
              <a:rPr lang="en-US" dirty="0"/>
              <a:t>        &lt;goal&gt;</a:t>
            </a:r>
            <a:r>
              <a:rPr lang="en-US" dirty="0" err="1"/>
              <a:t>npm</a:t>
            </a:r>
            <a:r>
              <a:rPr lang="en-US" dirty="0"/>
              <a:t>&lt;/goal&gt;</a:t>
            </a:r>
            <a:br>
              <a:rPr lang="en-US" dirty="0"/>
            </a:br>
            <a:r>
              <a:rPr lang="en-US" dirty="0"/>
              <a:t>      &lt;/goals&gt;</a:t>
            </a:r>
            <a:br>
              <a:rPr lang="en-US" dirty="0"/>
            </a:br>
            <a:r>
              <a:rPr lang="en-US" dirty="0"/>
              <a:t>      &lt;configuration&gt;</a:t>
            </a:r>
            <a:br>
              <a:rPr lang="en-US" dirty="0"/>
            </a:br>
            <a:r>
              <a:rPr lang="en-US" dirty="0"/>
              <a:t>        &lt;arguments&gt;install&lt;/arguments&gt;</a:t>
            </a:r>
            <a:br>
              <a:rPr lang="en-US" dirty="0"/>
            </a:br>
            <a:r>
              <a:rPr lang="en-US" dirty="0"/>
              <a:t>      &lt;/configuration&gt;</a:t>
            </a:r>
            <a:br>
              <a:rPr lang="en-US" dirty="0"/>
            </a:br>
            <a:r>
              <a:rPr lang="en-US" dirty="0"/>
              <a:t>    &lt;/execution</a:t>
            </a:r>
            <a:r>
              <a:rPr lang="en-US" dirty="0" smtClean="0"/>
              <a:t>&gt;</a:t>
            </a: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…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(frontend)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6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mtClean="0"/>
              <a:t>…</a:t>
            </a:r>
            <a:br>
              <a:rPr lang="ru-RU" smtClean="0"/>
            </a:br>
            <a:r>
              <a:rPr lang="en-US" smtClean="0"/>
              <a:t>    </a:t>
            </a:r>
            <a:r>
              <a:rPr lang="en-US" dirty="0"/>
              <a:t>&lt;execution&gt;</a:t>
            </a:r>
            <a:br>
              <a:rPr lang="en-US" dirty="0"/>
            </a:br>
            <a:r>
              <a:rPr lang="en-US" dirty="0"/>
              <a:t>      &lt;id&gt;</a:t>
            </a:r>
            <a:r>
              <a:rPr lang="en-US" dirty="0" err="1"/>
              <a:t>npm</a:t>
            </a:r>
            <a:r>
              <a:rPr lang="en-US" dirty="0"/>
              <a:t> run build&lt;/id&gt;</a:t>
            </a:r>
            <a:br>
              <a:rPr lang="en-US" dirty="0"/>
            </a:br>
            <a:r>
              <a:rPr lang="en-US" dirty="0"/>
              <a:t>      &lt;goals&gt;</a:t>
            </a:r>
            <a:br>
              <a:rPr lang="en-US" dirty="0"/>
            </a:br>
            <a:r>
              <a:rPr lang="en-US" dirty="0"/>
              <a:t>        &lt;goal&gt;</a:t>
            </a:r>
            <a:r>
              <a:rPr lang="en-US" dirty="0" err="1"/>
              <a:t>npm</a:t>
            </a:r>
            <a:r>
              <a:rPr lang="en-US" dirty="0"/>
              <a:t>&lt;/goal&gt;</a:t>
            </a:r>
            <a:br>
              <a:rPr lang="en-US" dirty="0"/>
            </a:br>
            <a:r>
              <a:rPr lang="en-US" dirty="0"/>
              <a:t>      &lt;/goals&gt;</a:t>
            </a:r>
            <a:br>
              <a:rPr lang="en-US" dirty="0"/>
            </a:br>
            <a:r>
              <a:rPr lang="en-US" dirty="0"/>
              <a:t>      &lt;configuration&gt;</a:t>
            </a:r>
            <a:br>
              <a:rPr lang="en-US" dirty="0"/>
            </a:br>
            <a:r>
              <a:rPr lang="en-US" dirty="0"/>
              <a:t>        &lt;arguments&gt;run build&lt;/arguments&gt;</a:t>
            </a:r>
            <a:br>
              <a:rPr lang="en-US" dirty="0"/>
            </a:br>
            <a:r>
              <a:rPr lang="en-US" dirty="0"/>
              <a:t>      &lt;/configuration&gt;</a:t>
            </a:r>
            <a:br>
              <a:rPr lang="en-US" dirty="0"/>
            </a:br>
            <a:r>
              <a:rPr lang="en-US" dirty="0"/>
              <a:t>    &lt;/execution&gt;</a:t>
            </a:r>
            <a:br>
              <a:rPr lang="en-US" dirty="0"/>
            </a:br>
            <a:r>
              <a:rPr lang="en-US" dirty="0"/>
              <a:t>    &lt;execution&gt;</a:t>
            </a:r>
            <a:br>
              <a:rPr lang="en-US" dirty="0"/>
            </a:br>
            <a:r>
              <a:rPr lang="en-US" dirty="0"/>
              <a:t>      &lt;id&gt;prod&lt;/id&gt;</a:t>
            </a:r>
            <a:br>
              <a:rPr lang="en-US" dirty="0"/>
            </a:br>
            <a:r>
              <a:rPr lang="en-US" dirty="0"/>
              <a:t>      &lt;goals&gt;</a:t>
            </a:r>
            <a:br>
              <a:rPr lang="en-US" dirty="0"/>
            </a:br>
            <a:r>
              <a:rPr lang="en-US" dirty="0"/>
              <a:t>        &lt;goal&gt;</a:t>
            </a:r>
            <a:r>
              <a:rPr lang="en-US" dirty="0" err="1"/>
              <a:t>npm</a:t>
            </a:r>
            <a:r>
              <a:rPr lang="en-US" dirty="0"/>
              <a:t>&lt;/goal&gt;</a:t>
            </a:r>
            <a:br>
              <a:rPr lang="en-US" dirty="0"/>
            </a:br>
            <a:r>
              <a:rPr lang="en-US" dirty="0"/>
              <a:t>      &lt;/goals&gt;</a:t>
            </a:r>
            <a:br>
              <a:rPr lang="en-US" dirty="0"/>
            </a:br>
            <a:r>
              <a:rPr lang="en-US" dirty="0"/>
              <a:t>      &lt;configuration&gt;</a:t>
            </a:r>
            <a:br>
              <a:rPr lang="en-US" dirty="0"/>
            </a:br>
            <a:r>
              <a:rPr lang="en-US" dirty="0"/>
              <a:t>        &lt;arguments&gt;run-script build&lt;/arguments&gt;</a:t>
            </a:r>
            <a:br>
              <a:rPr lang="en-US" dirty="0"/>
            </a:br>
            <a:r>
              <a:rPr lang="en-US" dirty="0"/>
              <a:t>      &lt;/configuration&gt;</a:t>
            </a:r>
            <a:br>
              <a:rPr lang="en-US" dirty="0"/>
            </a:br>
            <a:r>
              <a:rPr lang="en-US" dirty="0"/>
              <a:t>      &lt;phase&gt;generate-resources&lt;/phase&gt;</a:t>
            </a:r>
            <a:br>
              <a:rPr lang="en-US" dirty="0"/>
            </a:br>
            <a:r>
              <a:rPr lang="en-US" dirty="0"/>
              <a:t>    &lt;/execution&gt;</a:t>
            </a:r>
            <a:br>
              <a:rPr lang="en-US" dirty="0"/>
            </a:br>
            <a:r>
              <a:rPr lang="en-US" dirty="0"/>
              <a:t>  &lt;/executions&gt;</a:t>
            </a:r>
            <a:br>
              <a:rPr lang="en-US" dirty="0"/>
            </a:br>
            <a:r>
              <a:rPr lang="en-US" dirty="0"/>
              <a:t>&lt;/plugin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(frontend)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6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&lt;plugin&gt;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&gt;maven-resources-plugin&lt;/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&lt;executions&gt;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&lt;id&gt;copy-resources&lt;/id&gt;</a:t>
            </a:r>
            <a:br>
              <a:rPr lang="en-US" dirty="0"/>
            </a:br>
            <a:r>
              <a:rPr lang="en-US" dirty="0"/>
              <a:t>            &lt;phase&gt;validate&lt;/phase&gt;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&lt;goal&gt;copy-resources&lt;/goal&gt;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    &lt;configuration&gt;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outputDirectory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}/classes/static/&lt;/</a:t>
            </a:r>
            <a:r>
              <a:rPr lang="en-US" dirty="0" err="1"/>
              <a:t>outputDirectory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&lt;resources&gt;</a:t>
            </a:r>
            <a:br>
              <a:rPr lang="en-US" dirty="0"/>
            </a:br>
            <a:r>
              <a:rPr lang="en-US" dirty="0"/>
              <a:t>                    &lt;resource&gt;</a:t>
            </a:r>
            <a:br>
              <a:rPr lang="en-US" dirty="0"/>
            </a:br>
            <a:r>
              <a:rPr lang="en-US" dirty="0"/>
              <a:t>                        &lt;directory&gt;${</a:t>
            </a:r>
            <a:r>
              <a:rPr lang="en-US" dirty="0" err="1"/>
              <a:t>project.parent.basedir</a:t>
            </a:r>
            <a:r>
              <a:rPr lang="en-US" dirty="0"/>
              <a:t>}/frontend/</a:t>
            </a:r>
            <a:r>
              <a:rPr lang="en-US" dirty="0" err="1"/>
              <a:t>dist</a:t>
            </a:r>
            <a:r>
              <a:rPr lang="en-US" dirty="0"/>
              <a:t>/frontend/&lt;/directory&gt;</a:t>
            </a:r>
            <a:br>
              <a:rPr lang="en-US" dirty="0"/>
            </a:br>
            <a:r>
              <a:rPr lang="en-US" dirty="0"/>
              <a:t>                    &lt;/resource&gt;</a:t>
            </a:r>
            <a:br>
              <a:rPr lang="en-US" dirty="0"/>
            </a:br>
            <a:r>
              <a:rPr lang="en-US" dirty="0"/>
              <a:t>                &lt;/resources&gt;</a:t>
            </a:r>
            <a:br>
              <a:rPr lang="en-US" dirty="0"/>
            </a:br>
            <a:r>
              <a:rPr lang="en-US" dirty="0"/>
              <a:t>            &lt;/configuration&gt;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&lt;/executions&gt;</a:t>
            </a:r>
            <a:br>
              <a:rPr lang="en-US" dirty="0"/>
            </a:br>
            <a:r>
              <a:rPr lang="en-US" dirty="0"/>
              <a:t>&lt;/plugin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(backend)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5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&lt;plugin&gt;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org.jacoco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r>
              <a:rPr lang="en-US" dirty="0" err="1"/>
              <a:t>jacoco</a:t>
            </a:r>
            <a:r>
              <a:rPr lang="en-US" dirty="0"/>
              <a:t>-maven-plugin&lt;/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&lt;version&gt;0.8.7&lt;/version&gt;</a:t>
            </a:r>
            <a:br>
              <a:rPr lang="en-US" dirty="0"/>
            </a:br>
            <a:r>
              <a:rPr lang="en-US" dirty="0"/>
              <a:t>    &lt;executions&gt;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&lt;id&gt;pre-unit-test&lt;/id&gt;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&lt;goal&gt;prepare-agent&lt;/goal&gt;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    &lt;configuration&gt;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destFile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jacoco.exec</a:t>
            </a:r>
            <a:r>
              <a:rPr lang="en-US" dirty="0"/>
              <a:t>&lt;/</a:t>
            </a:r>
            <a:r>
              <a:rPr lang="en-US" dirty="0" err="1"/>
              <a:t>destFile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propertyName</a:t>
            </a:r>
            <a:r>
              <a:rPr lang="en-US" dirty="0"/>
              <a:t>&gt;</a:t>
            </a:r>
            <a:r>
              <a:rPr lang="en-US" dirty="0" err="1"/>
              <a:t>surefireArgLine</a:t>
            </a:r>
            <a:r>
              <a:rPr lang="en-US" dirty="0"/>
              <a:t>&lt;/</a:t>
            </a:r>
            <a:r>
              <a:rPr lang="en-US" dirty="0" err="1"/>
              <a:t>propertyName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&lt;/configuration&gt;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&lt;id&gt;post-unit-test&lt;/id&gt;</a:t>
            </a:r>
            <a:br>
              <a:rPr lang="en-US" dirty="0"/>
            </a:br>
            <a:r>
              <a:rPr lang="en-US" dirty="0"/>
              <a:t>            &lt;phase&gt;test&lt;/phase&gt;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&lt;goal&gt;report&lt;/goal&gt;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    &lt;configuration&gt;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dataFile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jacoco.exec</a:t>
            </a:r>
            <a:r>
              <a:rPr lang="en-US" dirty="0"/>
              <a:t>&lt;/</a:t>
            </a:r>
            <a:r>
              <a:rPr lang="en-US" dirty="0" err="1"/>
              <a:t>dataFile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outputDirectory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</a:t>
            </a:r>
            <a:r>
              <a:rPr lang="en-US" dirty="0"/>
              <a:t>&lt;/</a:t>
            </a:r>
            <a:r>
              <a:rPr lang="en-US" dirty="0" err="1"/>
              <a:t>outputDirectory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&lt;/configuration&gt;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&lt;id&gt;pre-integration-test&lt;/id&gt;</a:t>
            </a:r>
            <a:br>
              <a:rPr lang="en-US" dirty="0"/>
            </a:br>
            <a:r>
              <a:rPr lang="en-US" dirty="0"/>
              <a:t>            &lt;phase&gt;pre-integration-test&lt;/phase&gt;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&lt;goal&gt;prepare-agent&lt;/goal&gt;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    &lt;configuration&gt;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destFile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jacoco-it.exec</a:t>
            </a:r>
            <a:r>
              <a:rPr lang="en-US" dirty="0"/>
              <a:t>&lt;/</a:t>
            </a:r>
            <a:r>
              <a:rPr lang="en-US" dirty="0" err="1"/>
              <a:t>destFile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propertyName</a:t>
            </a:r>
            <a:r>
              <a:rPr lang="en-US" dirty="0"/>
              <a:t>&gt;</a:t>
            </a:r>
            <a:r>
              <a:rPr lang="en-US" dirty="0" err="1"/>
              <a:t>failsafeArgLine</a:t>
            </a:r>
            <a:r>
              <a:rPr lang="en-US" dirty="0"/>
              <a:t>&lt;/</a:t>
            </a:r>
            <a:r>
              <a:rPr lang="en-US" dirty="0" err="1"/>
              <a:t>propertyName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&lt;/configuration&gt;</a:t>
            </a:r>
            <a:br>
              <a:rPr lang="en-US" dirty="0"/>
            </a:br>
            <a:r>
              <a:rPr lang="en-US" dirty="0"/>
              <a:t>        &lt;/execution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>        …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(backend)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8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…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&lt;id&gt;post-integration-test&lt;/id&gt;</a:t>
            </a:r>
            <a:br>
              <a:rPr lang="en-US" dirty="0"/>
            </a:br>
            <a:r>
              <a:rPr lang="en-US" dirty="0"/>
              <a:t>            &lt;phase&gt;post-integration-test&lt;/phase&gt;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&lt;goal&gt;report&lt;/goal&gt;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    &lt;configuration&gt;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dataFile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jacoco-it.exec</a:t>
            </a:r>
            <a:r>
              <a:rPr lang="en-US" dirty="0"/>
              <a:t>&lt;/</a:t>
            </a:r>
            <a:r>
              <a:rPr lang="en-US" dirty="0" err="1"/>
              <a:t>dataFile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outputDirectory</a:t>
            </a:r>
            <a:r>
              <a:rPr lang="en-US" dirty="0"/>
              <a:t>&gt;${</a:t>
            </a:r>
            <a:r>
              <a:rPr lang="en-US" dirty="0" err="1"/>
              <a:t>project.build.directory</a:t>
            </a:r>
            <a:r>
              <a:rPr lang="en-US" dirty="0"/>
              <a:t>}/</a:t>
            </a:r>
            <a:r>
              <a:rPr lang="en-US" dirty="0" err="1"/>
              <a:t>jacoco</a:t>
            </a:r>
            <a:r>
              <a:rPr lang="en-US" dirty="0"/>
              <a:t>-it&lt;/</a:t>
            </a:r>
            <a:r>
              <a:rPr lang="en-US" dirty="0" err="1"/>
              <a:t>outputDirectory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&lt;/configuration&gt;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&lt;id&gt;default-prepare-agent&lt;/id&gt;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&lt;goal&gt;prepare-agent&lt;/goal&gt;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    &lt;execution&gt;</a:t>
            </a:r>
            <a:br>
              <a:rPr lang="en-US" dirty="0"/>
            </a:br>
            <a:r>
              <a:rPr lang="en-US" dirty="0"/>
              <a:t>            &lt;id&gt;default-report&lt;/id&gt;</a:t>
            </a:r>
            <a:br>
              <a:rPr lang="en-US" dirty="0"/>
            </a:br>
            <a:r>
              <a:rPr lang="en-US" dirty="0"/>
              <a:t>            &lt;phase&gt;prepare-package&lt;/phase&gt;</a:t>
            </a:r>
            <a:br>
              <a:rPr lang="en-US" dirty="0"/>
            </a:br>
            <a:r>
              <a:rPr lang="en-US" dirty="0"/>
              <a:t>            &lt;goals&gt;</a:t>
            </a:r>
            <a:br>
              <a:rPr lang="en-US" dirty="0"/>
            </a:br>
            <a:r>
              <a:rPr lang="en-US" dirty="0"/>
              <a:t>                &lt;goal&gt;report&lt;/goal&gt;</a:t>
            </a:r>
            <a:br>
              <a:rPr lang="en-US" dirty="0"/>
            </a:br>
            <a:r>
              <a:rPr lang="en-US" dirty="0"/>
              <a:t>            &lt;/goals&gt;</a:t>
            </a:r>
            <a:br>
              <a:rPr lang="en-US" dirty="0"/>
            </a:br>
            <a:r>
              <a:rPr lang="en-US" dirty="0"/>
              <a:t>        &lt;/execution&gt;</a:t>
            </a:r>
            <a:br>
              <a:rPr lang="en-US" dirty="0"/>
            </a:br>
            <a:r>
              <a:rPr lang="en-US" dirty="0"/>
              <a:t>    &lt;/executions&gt;</a:t>
            </a:r>
            <a:br>
              <a:rPr lang="en-US" dirty="0"/>
            </a:br>
            <a:r>
              <a:rPr lang="en-US" dirty="0"/>
              <a:t>&lt;/plugin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(backend)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4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&lt;plugin&gt;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org.springframework.boot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&gt;spring-boot-maven-plugin&lt;/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&lt;configuration&gt;</a:t>
            </a:r>
            <a:br>
              <a:rPr lang="en-US" dirty="0"/>
            </a:br>
            <a:r>
              <a:rPr lang="en-US" dirty="0"/>
              <a:t>        &lt;excludes&gt;</a:t>
            </a:r>
            <a:br>
              <a:rPr lang="en-US" dirty="0"/>
            </a:br>
            <a:r>
              <a:rPr lang="en-US" dirty="0"/>
              <a:t>            &lt;exclude&gt;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org.projectlombok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    &lt;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r>
              <a:rPr lang="en-US" dirty="0" err="1"/>
              <a:t>lombok</a:t>
            </a:r>
            <a:r>
              <a:rPr lang="en-US" dirty="0"/>
              <a:t>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        &lt;/exclude&gt;</a:t>
            </a:r>
            <a:br>
              <a:rPr lang="en-US" dirty="0"/>
            </a:br>
            <a:r>
              <a:rPr lang="en-US" dirty="0"/>
              <a:t>        &lt;/excludes&gt;</a:t>
            </a:r>
            <a:br>
              <a:rPr lang="en-US" dirty="0"/>
            </a:br>
            <a:r>
              <a:rPr lang="en-US" dirty="0"/>
              <a:t>    &lt;/configuration&gt;</a:t>
            </a:r>
            <a:br>
              <a:rPr lang="en-US" dirty="0"/>
            </a:br>
            <a:r>
              <a:rPr lang="en-US" dirty="0"/>
              <a:t>&lt;/plugin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Плагины </a:t>
            </a:r>
            <a:r>
              <a:rPr lang="en-US" dirty="0" smtClean="0"/>
              <a:t>(backend)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749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[INFO] Scanning for projects...</a:t>
            </a:r>
          </a:p>
          <a:p>
            <a:pPr marL="0" indent="0">
              <a:buNone/>
            </a:pPr>
            <a:r>
              <a:rPr lang="en-US" dirty="0"/>
              <a:t>[INFO] 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[INFO] Reactor Build Order: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Study                                                              [</a:t>
            </a:r>
            <a:r>
              <a:rPr lang="en-US" dirty="0" err="1"/>
              <a:t>pom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[INFO] Study Frontend                                                     [</a:t>
            </a:r>
            <a:r>
              <a:rPr lang="en-US" dirty="0" err="1"/>
              <a:t>pom</a:t>
            </a:r>
            <a:r>
              <a:rPr lang="en-US" dirty="0"/>
              <a:t>]</a:t>
            </a:r>
          </a:p>
          <a:p>
            <a:pPr marL="0" indent="0">
              <a:buNone/>
            </a:pPr>
            <a:r>
              <a:rPr lang="en-US" dirty="0"/>
              <a:t>[INFO] Study Backend                                                      [jar]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---------------------------&lt; </a:t>
            </a:r>
            <a:r>
              <a:rPr lang="en-US" dirty="0" err="1"/>
              <a:t>com.ssau:study</a:t>
            </a:r>
            <a:r>
              <a:rPr lang="en-US" dirty="0"/>
              <a:t> &gt;---------------------------</a:t>
            </a:r>
          </a:p>
          <a:p>
            <a:pPr marL="0" indent="0">
              <a:buNone/>
            </a:pPr>
            <a:r>
              <a:rPr lang="en-US" dirty="0"/>
              <a:t>[INFO] Building Study 0.0.1-SNAPSHOT                                      [1/3]</a:t>
            </a:r>
          </a:p>
          <a:p>
            <a:pPr marL="0" indent="0">
              <a:buNone/>
            </a:pPr>
            <a:r>
              <a:rPr lang="en-US" dirty="0"/>
              <a:t>[INFO] --------------------------------[ </a:t>
            </a:r>
            <a:r>
              <a:rPr lang="en-US" dirty="0" err="1"/>
              <a:t>pom</a:t>
            </a:r>
            <a:r>
              <a:rPr lang="en-US" dirty="0"/>
              <a:t> ]---------------------------------</a:t>
            </a:r>
          </a:p>
          <a:p>
            <a:pPr marL="0" indent="0">
              <a:buNone/>
            </a:pPr>
            <a:r>
              <a:rPr lang="ru-RU" dirty="0" smtClean="0"/>
              <a:t>…</a:t>
            </a:r>
          </a:p>
          <a:p>
            <a:pPr marL="0" indent="0">
              <a:buNone/>
            </a:pPr>
            <a:r>
              <a:rPr lang="en-US" dirty="0"/>
              <a:t>[INFO] Study .............................................. SUCCESS [  0.109 s]</a:t>
            </a:r>
          </a:p>
          <a:p>
            <a:pPr marL="0" indent="0">
              <a:buNone/>
            </a:pPr>
            <a:r>
              <a:rPr lang="en-US" dirty="0"/>
              <a:t>[INFO] Study Frontend ..................................... SUCCESS [ 48.898 s]</a:t>
            </a:r>
          </a:p>
          <a:p>
            <a:pPr marL="0" indent="0">
              <a:buNone/>
            </a:pPr>
            <a:r>
              <a:rPr lang="en-US" dirty="0"/>
              <a:t>[INFO] Study Backend ...................................... SUCCESS [ 12.923 s]</a:t>
            </a:r>
          </a:p>
          <a:p>
            <a:pPr marL="0" indent="0">
              <a:buNone/>
            </a:pPr>
            <a:r>
              <a:rPr lang="en-US" dirty="0"/>
              <a:t>[INFO] 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[INFO] BUILD SUCCESS</a:t>
            </a:r>
          </a:p>
          <a:p>
            <a:pPr marL="0" indent="0">
              <a:buNone/>
            </a:pPr>
            <a:r>
              <a:rPr lang="en-US" dirty="0"/>
              <a:t>[INFO] 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[INFO] Total time:  01:02 min</a:t>
            </a:r>
          </a:p>
          <a:p>
            <a:pPr marL="0" indent="0">
              <a:buNone/>
            </a:pPr>
            <a:r>
              <a:rPr lang="en-US" dirty="0"/>
              <a:t>[INFO] Finished at: 2023-04-15T14:40:55+04:00</a:t>
            </a:r>
          </a:p>
          <a:p>
            <a:pPr marL="0" indent="0">
              <a:buNone/>
            </a:pPr>
            <a:r>
              <a:rPr lang="en-US" dirty="0"/>
              <a:t>[INFO] ------------------------------------------------------------------------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Сборка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1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Сборка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2486025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1412776"/>
            <a:ext cx="3114675" cy="535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9730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Для добавления окружений в приложение используется команда:</a:t>
            </a:r>
          </a:p>
          <a:p>
            <a:pPr lvl="1"/>
            <a:r>
              <a:rPr lang="en-US" dirty="0" err="1"/>
              <a:t>ng</a:t>
            </a:r>
            <a:r>
              <a:rPr lang="en-US" dirty="0"/>
              <a:t> generate </a:t>
            </a:r>
            <a:r>
              <a:rPr lang="en-US" dirty="0" smtClean="0"/>
              <a:t>environments</a:t>
            </a:r>
            <a:endParaRPr lang="ru-RU" dirty="0" smtClean="0"/>
          </a:p>
          <a:p>
            <a:r>
              <a:rPr lang="ru-RU" dirty="0" smtClean="0"/>
              <a:t>По умолчанию создаются следующие файлы:</a:t>
            </a:r>
          </a:p>
          <a:p>
            <a:pPr lvl="1"/>
            <a:r>
              <a:rPr lang="en-US" dirty="0"/>
              <a:t>CREATE </a:t>
            </a:r>
            <a:r>
              <a:rPr lang="en-US" dirty="0" err="1"/>
              <a:t>src</a:t>
            </a:r>
            <a:r>
              <a:rPr lang="en-US" dirty="0"/>
              <a:t>/environments/</a:t>
            </a:r>
            <a:r>
              <a:rPr lang="en-US" dirty="0" err="1"/>
              <a:t>environment.ts</a:t>
            </a:r>
            <a:r>
              <a:rPr lang="en-US" dirty="0"/>
              <a:t> (31 </a:t>
            </a:r>
            <a:r>
              <a:rPr lang="en-US" dirty="0" smtClean="0"/>
              <a:t>bytes)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CREATE </a:t>
            </a:r>
            <a:r>
              <a:rPr lang="en-US" dirty="0" err="1"/>
              <a:t>src</a:t>
            </a:r>
            <a:r>
              <a:rPr lang="en-US" dirty="0"/>
              <a:t>/environments/</a:t>
            </a:r>
            <a:r>
              <a:rPr lang="en-US" dirty="0" err="1"/>
              <a:t>environment.development.ts</a:t>
            </a:r>
            <a:r>
              <a:rPr lang="en-US" dirty="0"/>
              <a:t> (31 </a:t>
            </a:r>
            <a:r>
              <a:rPr lang="en-US" dirty="0" smtClean="0"/>
              <a:t>bytes)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UPDATE </a:t>
            </a:r>
            <a:r>
              <a:rPr lang="en-US" dirty="0" err="1"/>
              <a:t>angular.json</a:t>
            </a:r>
            <a:r>
              <a:rPr lang="en-US" dirty="0"/>
              <a:t> (3007 bytes)</a:t>
            </a:r>
            <a:endParaRPr lang="ru-RU" dirty="0"/>
          </a:p>
          <a:p>
            <a:r>
              <a:rPr lang="ru-RU" dirty="0" smtClean="0"/>
              <a:t>В файле </a:t>
            </a:r>
            <a:r>
              <a:rPr lang="en-US" dirty="0" err="1" smtClean="0"/>
              <a:t>angular.json</a:t>
            </a:r>
            <a:r>
              <a:rPr lang="en-US" dirty="0" smtClean="0"/>
              <a:t> </a:t>
            </a:r>
            <a:r>
              <a:rPr lang="ru-RU" dirty="0" smtClean="0"/>
              <a:t>формируется настройка замены:</a:t>
            </a:r>
          </a:p>
          <a:p>
            <a:pPr lvl="1"/>
            <a:r>
              <a:rPr lang="en-US" dirty="0"/>
              <a:t>"configurations": </a:t>
            </a:r>
            <a:r>
              <a:rPr lang="en-US" dirty="0" smtClean="0"/>
              <a:t>{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en-US" dirty="0"/>
              <a:t>"development": </a:t>
            </a:r>
            <a:r>
              <a:rPr lang="en-US" dirty="0" smtClean="0"/>
              <a:t>{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  </a:t>
            </a:r>
            <a:r>
              <a:rPr lang="en-US" dirty="0" smtClean="0"/>
              <a:t> </a:t>
            </a:r>
            <a:r>
              <a:rPr lang="en-US" dirty="0"/>
              <a:t>"</a:t>
            </a:r>
            <a:r>
              <a:rPr lang="en-US" dirty="0" err="1"/>
              <a:t>fileReplacements</a:t>
            </a:r>
            <a:r>
              <a:rPr lang="en-US" dirty="0"/>
              <a:t>": [ </a:t>
            </a:r>
            <a:r>
              <a:rPr lang="en-US" dirty="0" smtClean="0"/>
              <a:t>{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    </a:t>
            </a:r>
            <a:r>
              <a:rPr lang="en-US" dirty="0" smtClean="0"/>
              <a:t> </a:t>
            </a:r>
            <a:r>
              <a:rPr lang="en-US" dirty="0"/>
              <a:t>"replace": "</a:t>
            </a:r>
            <a:r>
              <a:rPr lang="en-US" dirty="0" err="1"/>
              <a:t>src</a:t>
            </a:r>
            <a:r>
              <a:rPr lang="en-US" dirty="0"/>
              <a:t>/environments/</a:t>
            </a:r>
            <a:r>
              <a:rPr lang="en-US" dirty="0" err="1"/>
              <a:t>environment.ts</a:t>
            </a:r>
            <a:r>
              <a:rPr lang="en-US" dirty="0" smtClean="0"/>
              <a:t>",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    </a:t>
            </a:r>
            <a:r>
              <a:rPr lang="en-US" dirty="0" smtClean="0"/>
              <a:t> </a:t>
            </a:r>
            <a:r>
              <a:rPr lang="en-US" dirty="0"/>
              <a:t>"with": "</a:t>
            </a:r>
            <a:r>
              <a:rPr lang="en-US" dirty="0" err="1" smtClean="0"/>
              <a:t>src</a:t>
            </a:r>
            <a:r>
              <a:rPr lang="en-US" dirty="0" smtClean="0"/>
              <a:t>/environments/</a:t>
            </a:r>
            <a:r>
              <a:rPr lang="en-US" dirty="0" err="1" smtClean="0"/>
              <a:t>environment.development.ts</a:t>
            </a:r>
            <a:r>
              <a:rPr lang="en-US" dirty="0" smtClean="0"/>
              <a:t>"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   </a:t>
            </a:r>
            <a:r>
              <a:rPr lang="en-US" dirty="0" smtClean="0"/>
              <a:t> </a:t>
            </a:r>
            <a:r>
              <a:rPr lang="en-US" dirty="0"/>
              <a:t>} </a:t>
            </a:r>
            <a:r>
              <a:rPr lang="en-US" dirty="0" smtClean="0"/>
              <a:t>],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en-US" dirty="0" smtClean="0"/>
              <a:t>…</a:t>
            </a:r>
          </a:p>
          <a:p>
            <a:r>
              <a:rPr lang="ru-RU" dirty="0" smtClean="0"/>
              <a:t>Запуск клиента в режиме разработки для применения настроек </a:t>
            </a:r>
            <a:r>
              <a:rPr lang="en-US" dirty="0" smtClean="0"/>
              <a:t>development </a:t>
            </a:r>
            <a:r>
              <a:rPr lang="ru-RU" dirty="0" smtClean="0"/>
              <a:t>теперь необходимо сопровождать дополнительным параметром:</a:t>
            </a:r>
          </a:p>
          <a:p>
            <a:pPr lvl="1"/>
            <a:r>
              <a:rPr lang="en-US" dirty="0" err="1"/>
              <a:t>ng</a:t>
            </a:r>
            <a:r>
              <a:rPr lang="en-US" dirty="0"/>
              <a:t> serve --configuration=development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Окружения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462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import { </a:t>
            </a:r>
            <a:r>
              <a:rPr lang="en-US" i="1" dirty="0"/>
              <a:t>Component</a:t>
            </a:r>
            <a:r>
              <a:rPr lang="en-US" dirty="0"/>
              <a:t>, </a:t>
            </a:r>
            <a:r>
              <a:rPr lang="en-US" dirty="0" err="1"/>
              <a:t>OnInit</a:t>
            </a:r>
            <a:r>
              <a:rPr lang="en-US" dirty="0"/>
              <a:t> } from '@angular/core';</a:t>
            </a:r>
            <a:br>
              <a:rPr lang="en-US" dirty="0"/>
            </a:br>
            <a:r>
              <a:rPr lang="en-US" dirty="0"/>
              <a:t>import { </a:t>
            </a:r>
            <a:r>
              <a:rPr lang="en-US" dirty="0" err="1"/>
              <a:t>HttpClient</a:t>
            </a:r>
            <a:r>
              <a:rPr lang="en-US" dirty="0"/>
              <a:t> } from "@angular/common/http";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{ environment } from "../../environments/environment";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@Component({</a:t>
            </a:r>
            <a:br>
              <a:rPr lang="en-US" dirty="0"/>
            </a:br>
            <a:r>
              <a:rPr lang="en-US" dirty="0"/>
              <a:t>  selector: 'app-students',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templateUrl</a:t>
            </a:r>
            <a:r>
              <a:rPr lang="en-US" dirty="0"/>
              <a:t>: './students.component.html',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styleUrls</a:t>
            </a:r>
            <a:r>
              <a:rPr lang="en-US" dirty="0"/>
              <a:t>: ['./students.component.css']</a:t>
            </a:r>
            <a:br>
              <a:rPr lang="en-US" dirty="0"/>
            </a:br>
            <a:r>
              <a:rPr lang="en-US" dirty="0"/>
              <a:t>})</a:t>
            </a:r>
            <a:br>
              <a:rPr lang="en-US" dirty="0"/>
            </a:br>
            <a:r>
              <a:rPr lang="en-US" dirty="0"/>
              <a:t>export class </a:t>
            </a:r>
            <a:r>
              <a:rPr lang="en-US" dirty="0" err="1"/>
              <a:t>StudentsComponent</a:t>
            </a:r>
            <a:r>
              <a:rPr lang="en-US" dirty="0"/>
              <a:t> implements </a:t>
            </a:r>
            <a:r>
              <a:rPr lang="en-US" dirty="0" err="1"/>
              <a:t>OnInit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students: any[] = [];</a:t>
            </a:r>
            <a:br>
              <a:rPr lang="en-US" dirty="0"/>
            </a:br>
            <a:r>
              <a:rPr lang="en-US" dirty="0"/>
              <a:t>  constructor(private http: </a:t>
            </a:r>
            <a:r>
              <a:rPr lang="en-US" dirty="0" err="1"/>
              <a:t>HttpClient</a:t>
            </a:r>
            <a:r>
              <a:rPr lang="en-US" dirty="0"/>
              <a:t>) {}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</a:t>
            </a:r>
            <a:r>
              <a:rPr lang="en-US" dirty="0" err="1"/>
              <a:t>ngOnInit</a:t>
            </a:r>
            <a:r>
              <a:rPr lang="en-US" dirty="0"/>
              <a:t>(): void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this.http.get</a:t>
            </a:r>
            <a:r>
              <a:rPr lang="en-US" dirty="0"/>
              <a:t>(</a:t>
            </a:r>
            <a:r>
              <a:rPr lang="en-US" dirty="0" err="1"/>
              <a:t>environment.apiUrl</a:t>
            </a:r>
            <a:r>
              <a:rPr lang="en-US" dirty="0"/>
              <a:t> + "/</a:t>
            </a:r>
            <a:r>
              <a:rPr lang="en-US" dirty="0" err="1"/>
              <a:t>api</a:t>
            </a:r>
            <a:r>
              <a:rPr lang="en-US" dirty="0"/>
              <a:t>/students").subscribe((data: any) =&gt; {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/>
              <a:t>this.students</a:t>
            </a:r>
            <a:r>
              <a:rPr lang="en-US" dirty="0"/>
              <a:t> = data;</a:t>
            </a:r>
            <a:br>
              <a:rPr lang="en-US" dirty="0"/>
            </a:br>
            <a:r>
              <a:rPr lang="en-US" dirty="0"/>
              <a:t>    });</a:t>
            </a:r>
            <a:br>
              <a:rPr lang="en-US" dirty="0"/>
            </a:br>
            <a:r>
              <a:rPr lang="en-US" dirty="0"/>
              <a:t>  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Использование настроек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7674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Современные приложения достаточно сложны и содержат множество зависимостей. Интеграционное тестирование проверяет, что несколько компонентов системы работают вместе правильно. Оно </a:t>
            </a:r>
            <a:r>
              <a:rPr lang="ru-RU" dirty="0" smtClean="0"/>
              <a:t>сложно </a:t>
            </a:r>
            <a:r>
              <a:rPr lang="ru-RU" dirty="0"/>
              <a:t>для автоматизации. Как правило, </a:t>
            </a:r>
            <a:r>
              <a:rPr lang="ru-RU" dirty="0" smtClean="0"/>
              <a:t>такие тесты </a:t>
            </a:r>
            <a:r>
              <a:rPr lang="ru-RU" dirty="0"/>
              <a:t>требуют, чтобы вся или почти вся система была развернута и сконфигурирована на машине, на которой они выполняются.</a:t>
            </a:r>
          </a:p>
          <a:p>
            <a:r>
              <a:rPr lang="ru-RU" dirty="0"/>
              <a:t>Модульное тестирование, или юнит-тестирование </a:t>
            </a:r>
            <a:r>
              <a:rPr lang="ru-RU" dirty="0" smtClean="0"/>
              <a:t>(</a:t>
            </a:r>
            <a:r>
              <a:rPr lang="ru-RU" dirty="0" err="1" smtClean="0"/>
              <a:t>unit</a:t>
            </a:r>
            <a:r>
              <a:rPr lang="ru-RU" dirty="0" smtClean="0"/>
              <a:t> </a:t>
            </a:r>
            <a:r>
              <a:rPr lang="ru-RU" dirty="0" err="1"/>
              <a:t>testing</a:t>
            </a:r>
            <a:r>
              <a:rPr lang="ru-RU" dirty="0"/>
              <a:t>) </a:t>
            </a:r>
            <a:r>
              <a:rPr lang="ru-RU" dirty="0" smtClean="0"/>
              <a:t>– процесс </a:t>
            </a:r>
            <a:r>
              <a:rPr lang="ru-RU" dirty="0"/>
              <a:t>в программировании, позволяющий проверить на корректность отдельные модули исходного кода </a:t>
            </a:r>
            <a:r>
              <a:rPr lang="ru-RU" dirty="0" smtClean="0"/>
              <a:t>программы. Идея </a:t>
            </a:r>
            <a:r>
              <a:rPr lang="ru-RU" dirty="0"/>
              <a:t>состоит в том, чтобы писать тесты для каждой нетривиальной функции или метода. Это позволяет достаточно быстро проверить, не привело ли очередное изменение кода к регрессии, то есть к появлению ошибок в уже оттестированных местах программы, а также облегчает обнаружение и устранение таких ошибок.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Интеграционные и модульные тесты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311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&lt;dependency&gt;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&gt;com.h2database&lt;/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&gt;h2&lt;/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&lt;scope&gt;test&lt;/scope&gt;</a:t>
            </a:r>
            <a:br>
              <a:rPr lang="en-US" dirty="0"/>
            </a:br>
            <a:r>
              <a:rPr lang="en-US" dirty="0"/>
              <a:t>&lt;/dependency&gt;</a:t>
            </a:r>
            <a:br>
              <a:rPr lang="en-US" dirty="0"/>
            </a:br>
            <a:r>
              <a:rPr lang="en-US" dirty="0"/>
              <a:t>&lt;dependency&gt;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org.springframework.boot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&gt;spring-boot-starter-test&lt;/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&lt;scope&gt;test&lt;/scope&gt;</a:t>
            </a:r>
            <a:br>
              <a:rPr lang="en-US" dirty="0"/>
            </a:br>
            <a:r>
              <a:rPr lang="en-US" dirty="0"/>
              <a:t>&lt;/dependency&gt;</a:t>
            </a:r>
            <a:br>
              <a:rPr lang="en-US" dirty="0"/>
            </a:br>
            <a:r>
              <a:rPr lang="en-US" dirty="0"/>
              <a:t>&lt;dependency&gt;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junit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r>
              <a:rPr lang="en-US" dirty="0" err="1"/>
              <a:t>junit</a:t>
            </a:r>
            <a:r>
              <a:rPr lang="en-US" dirty="0"/>
              <a:t>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&lt;scope&gt;test&lt;/scope&gt;</a:t>
            </a:r>
            <a:br>
              <a:rPr lang="en-US" dirty="0"/>
            </a:br>
            <a:r>
              <a:rPr lang="en-US" dirty="0"/>
              <a:t>&lt;/dependency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om.xml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1706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spring.datasource.driver</a:t>
            </a:r>
            <a:r>
              <a:rPr lang="en-US" dirty="0"/>
              <a:t>-class-name=org.h2.Driver</a:t>
            </a:r>
            <a:br>
              <a:rPr lang="en-US" dirty="0"/>
            </a:br>
            <a:r>
              <a:rPr lang="en-US" dirty="0"/>
              <a:t>spring.datasource.url=jdbc:h2:mem:db;DB_CLOSE_ON_EXIT=FALSE</a:t>
            </a:r>
            <a:br>
              <a:rPr lang="en-US" dirty="0"/>
            </a:br>
            <a:r>
              <a:rPr lang="en-US" dirty="0" err="1"/>
              <a:t>spring.datasource.username</a:t>
            </a:r>
            <a:r>
              <a:rPr lang="en-US" dirty="0"/>
              <a:t>=</a:t>
            </a:r>
            <a:r>
              <a:rPr lang="en-US" dirty="0" err="1"/>
              <a:t>sa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 smtClean="0"/>
              <a:t>spring.datasource.password</a:t>
            </a:r>
            <a:r>
              <a:rPr lang="en-US" dirty="0" smtClean="0"/>
              <a:t>=</a:t>
            </a:r>
            <a:r>
              <a:rPr lang="en-US" dirty="0" err="1" smtClean="0"/>
              <a:t>sa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application.properties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845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package </a:t>
            </a:r>
            <a:r>
              <a:rPr lang="en-US" dirty="0" err="1"/>
              <a:t>com.ssau.study.controller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com.ssau.study.dto.GroupPojo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com.ssau.study.jpa.GroupRepository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com.ssau.study.orm.Group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org.junit.jupiter.api.AfterEach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org.junit.jupiter.api.BeforeEach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org.junit.jupiter.api.Test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org.springframework.beans.factory.annotation.Autowired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org.springframework.boot.test.context.SpringBootTest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static </a:t>
            </a:r>
            <a:r>
              <a:rPr lang="en-US" dirty="0" err="1"/>
              <a:t>org.junit.jupiter.api.Assertions.</a:t>
            </a:r>
            <a:r>
              <a:rPr lang="en-US" i="1" dirty="0" err="1"/>
              <a:t>assertEquals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@</a:t>
            </a:r>
            <a:r>
              <a:rPr lang="en-US" dirty="0" err="1"/>
              <a:t>SpringBootTest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GroupControllerTest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	@</a:t>
            </a:r>
            <a:r>
              <a:rPr lang="en-US" dirty="0" err="1"/>
              <a:t>Autowired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GroupController</a:t>
            </a:r>
            <a:r>
              <a:rPr lang="en-US" dirty="0"/>
              <a:t> </a:t>
            </a:r>
            <a:r>
              <a:rPr lang="en-US" dirty="0" err="1"/>
              <a:t>groupController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@</a:t>
            </a:r>
            <a:r>
              <a:rPr lang="en-US" dirty="0" err="1"/>
              <a:t>Autowired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private </a:t>
            </a:r>
            <a:r>
              <a:rPr lang="en-US" dirty="0" err="1"/>
              <a:t>GroupRepository</a:t>
            </a:r>
            <a:r>
              <a:rPr lang="en-US" dirty="0"/>
              <a:t> </a:t>
            </a:r>
            <a:r>
              <a:rPr lang="en-US" dirty="0" err="1"/>
              <a:t>groupRepository</a:t>
            </a:r>
            <a:r>
              <a:rPr lang="en-US" dirty="0"/>
              <a:t>;</a:t>
            </a:r>
            <a:br>
              <a:rPr lang="en-US" dirty="0"/>
            </a:br>
            <a:r>
              <a:rPr lang="ru-RU" dirty="0" smtClean="0"/>
              <a:t>…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Интеграционный тест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62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/>
              <a:t>…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@</a:t>
            </a:r>
            <a:r>
              <a:rPr lang="en-US" dirty="0" err="1"/>
              <a:t>BeforeEach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public void before() {</a:t>
            </a:r>
            <a:br>
              <a:rPr lang="en-US" dirty="0"/>
            </a:br>
            <a:r>
              <a:rPr lang="en-US" dirty="0"/>
              <a:t>		Group </a:t>
            </a:r>
            <a:r>
              <a:rPr lang="en-US" dirty="0" err="1"/>
              <a:t>group</a:t>
            </a:r>
            <a:r>
              <a:rPr lang="en-US" dirty="0"/>
              <a:t> = new Group();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group.setId</a:t>
            </a:r>
            <a:r>
              <a:rPr lang="en-US" dirty="0"/>
              <a:t>(1L);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group.setName</a:t>
            </a:r>
            <a:r>
              <a:rPr lang="en-US" dirty="0"/>
              <a:t>("Group 1");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groupRepository.save</a:t>
            </a:r>
            <a:r>
              <a:rPr lang="en-US" dirty="0"/>
              <a:t>(group);</a:t>
            </a:r>
            <a:br>
              <a:rPr lang="en-US" dirty="0"/>
            </a:br>
            <a:r>
              <a:rPr lang="en-US" dirty="0"/>
              <a:t>		group = new Group();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group.setId</a:t>
            </a:r>
            <a:r>
              <a:rPr lang="en-US" dirty="0"/>
              <a:t>(2L);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group.setName</a:t>
            </a:r>
            <a:r>
              <a:rPr lang="en-US" dirty="0"/>
              <a:t>("Group 2");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groupRepository.save</a:t>
            </a:r>
            <a:r>
              <a:rPr lang="en-US" dirty="0"/>
              <a:t>(group);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@</a:t>
            </a:r>
            <a:r>
              <a:rPr lang="en-US" dirty="0" err="1"/>
              <a:t>AfterEach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public void after() {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groupRepository.deleteAllInBatch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@Test</a:t>
            </a:r>
            <a:br>
              <a:rPr lang="en-US" dirty="0"/>
            </a:br>
            <a:r>
              <a:rPr lang="en-US" dirty="0"/>
              <a:t>	void </a:t>
            </a:r>
            <a:r>
              <a:rPr lang="en-US" dirty="0" err="1"/>
              <a:t>testFindAllByName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		List&lt;</a:t>
            </a:r>
            <a:r>
              <a:rPr lang="en-US" dirty="0" err="1"/>
              <a:t>GroupPojo</a:t>
            </a:r>
            <a:r>
              <a:rPr lang="en-US" dirty="0"/>
              <a:t>&gt; groups = </a:t>
            </a:r>
            <a:r>
              <a:rPr lang="en-US" dirty="0" err="1"/>
              <a:t>groupController.findAllByName</a:t>
            </a:r>
            <a:r>
              <a:rPr lang="en-US" dirty="0"/>
              <a:t>("1");</a:t>
            </a:r>
            <a:br>
              <a:rPr lang="en-US" dirty="0"/>
            </a:br>
            <a:r>
              <a:rPr lang="en-US" dirty="0"/>
              <a:t>		</a:t>
            </a:r>
            <a:r>
              <a:rPr lang="en-US" i="1" dirty="0" err="1"/>
              <a:t>assertEquals</a:t>
            </a:r>
            <a:r>
              <a:rPr lang="en-US" dirty="0"/>
              <a:t>(1, </a:t>
            </a:r>
            <a:r>
              <a:rPr lang="en-US" dirty="0" err="1"/>
              <a:t>groups.size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		</a:t>
            </a:r>
            <a:r>
              <a:rPr lang="en-US" i="1" dirty="0" err="1"/>
              <a:t>assertEquals</a:t>
            </a:r>
            <a:r>
              <a:rPr lang="en-US" dirty="0"/>
              <a:t>(1L, </a:t>
            </a:r>
            <a:r>
              <a:rPr lang="en-US" dirty="0" err="1"/>
              <a:t>groups.get</a:t>
            </a:r>
            <a:r>
              <a:rPr lang="en-US" dirty="0"/>
              <a:t>(0).</a:t>
            </a:r>
            <a:r>
              <a:rPr lang="en-US" dirty="0" err="1"/>
              <a:t>getId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		</a:t>
            </a:r>
            <a:r>
              <a:rPr lang="en-US" i="1" dirty="0" err="1"/>
              <a:t>assertEquals</a:t>
            </a:r>
            <a:r>
              <a:rPr lang="en-US" dirty="0"/>
              <a:t>("Group 1", </a:t>
            </a:r>
            <a:r>
              <a:rPr lang="en-US" dirty="0" err="1"/>
              <a:t>groups.get</a:t>
            </a:r>
            <a:r>
              <a:rPr lang="en-US" dirty="0"/>
              <a:t>(0).</a:t>
            </a:r>
            <a:r>
              <a:rPr lang="en-US" dirty="0" err="1"/>
              <a:t>getName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Интеграционный тест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284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package </a:t>
            </a:r>
            <a:r>
              <a:rPr lang="en-US" dirty="0" err="1"/>
              <a:t>com.ssau.study.service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com.ssau.study.dto.GroupPojo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com.ssau.study.jpa.GroupRepository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com.ssau.study.orm.Group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org.junit.jupiter.api.Test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import static </a:t>
            </a:r>
            <a:r>
              <a:rPr lang="en-US" dirty="0" err="1"/>
              <a:t>org.junit.jupiter.api.Assertions.</a:t>
            </a:r>
            <a:r>
              <a:rPr lang="en-US" i="1" dirty="0" err="1"/>
              <a:t>assertEquals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static </a:t>
            </a:r>
            <a:r>
              <a:rPr lang="en-US" dirty="0" err="1"/>
              <a:t>org.mockito.Mockito.</a:t>
            </a:r>
            <a:r>
              <a:rPr lang="en-US" i="1" dirty="0" err="1"/>
              <a:t>mock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import static </a:t>
            </a:r>
            <a:r>
              <a:rPr lang="en-US" dirty="0" err="1"/>
              <a:t>org.mockito.Mockito.</a:t>
            </a:r>
            <a:r>
              <a:rPr lang="en-US" i="1" dirty="0" err="1"/>
              <a:t>when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public class </a:t>
            </a:r>
            <a:r>
              <a:rPr lang="en-US" dirty="0" err="1"/>
              <a:t>GroupServiceTest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@Test</a:t>
            </a:r>
            <a:br>
              <a:rPr lang="en-US" dirty="0"/>
            </a:br>
            <a:r>
              <a:rPr lang="en-US" dirty="0"/>
              <a:t>    public void </a:t>
            </a:r>
            <a:r>
              <a:rPr lang="en-US" dirty="0" err="1"/>
              <a:t>testFindAll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GroupRepository</a:t>
            </a:r>
            <a:r>
              <a:rPr lang="en-US" dirty="0"/>
              <a:t> </a:t>
            </a:r>
            <a:r>
              <a:rPr lang="en-US" dirty="0" err="1"/>
              <a:t>groupRepository</a:t>
            </a:r>
            <a:r>
              <a:rPr lang="en-US" dirty="0"/>
              <a:t> = </a:t>
            </a:r>
            <a:r>
              <a:rPr lang="en-US" i="1" dirty="0"/>
              <a:t>mock</a:t>
            </a:r>
            <a:r>
              <a:rPr lang="en-US" dirty="0"/>
              <a:t>(</a:t>
            </a:r>
            <a:r>
              <a:rPr lang="en-US" dirty="0" err="1"/>
              <a:t>GroupRepository.class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    Group </a:t>
            </a:r>
            <a:r>
              <a:rPr lang="en-US" dirty="0" err="1"/>
              <a:t>group</a:t>
            </a:r>
            <a:r>
              <a:rPr lang="en-US" dirty="0"/>
              <a:t> = new Group();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group.setId</a:t>
            </a:r>
            <a:r>
              <a:rPr lang="en-US" dirty="0"/>
              <a:t>(1L);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group.setName</a:t>
            </a:r>
            <a:r>
              <a:rPr lang="en-US" dirty="0"/>
              <a:t>("Group 1");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group.setStudents</a:t>
            </a:r>
            <a:r>
              <a:rPr lang="en-US" dirty="0"/>
              <a:t>(new </a:t>
            </a:r>
            <a:r>
              <a:rPr lang="en-US" dirty="0" err="1"/>
              <a:t>ArrayList</a:t>
            </a:r>
            <a:r>
              <a:rPr lang="en-US" dirty="0"/>
              <a:t>&lt;&gt;());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i="1" dirty="0"/>
              <a:t>when</a:t>
            </a:r>
            <a:r>
              <a:rPr lang="en-US" dirty="0"/>
              <a:t>(</a:t>
            </a:r>
            <a:r>
              <a:rPr lang="en-US" dirty="0" err="1"/>
              <a:t>groupRepository.findAll</a:t>
            </a:r>
            <a:r>
              <a:rPr lang="en-US" dirty="0"/>
              <a:t>()).</a:t>
            </a:r>
            <a:r>
              <a:rPr lang="en-US" dirty="0" err="1"/>
              <a:t>thenReturn</a:t>
            </a:r>
            <a:r>
              <a:rPr lang="en-US" dirty="0"/>
              <a:t>(</a:t>
            </a:r>
            <a:r>
              <a:rPr lang="en-US" dirty="0" err="1"/>
              <a:t>List.</a:t>
            </a:r>
            <a:r>
              <a:rPr lang="en-US" i="1" dirty="0" err="1"/>
              <a:t>of</a:t>
            </a:r>
            <a:r>
              <a:rPr lang="en-US" dirty="0"/>
              <a:t>(group));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GroupService</a:t>
            </a:r>
            <a:r>
              <a:rPr lang="en-US" dirty="0"/>
              <a:t> </a:t>
            </a:r>
            <a:r>
              <a:rPr lang="en-US" dirty="0" err="1"/>
              <a:t>bookService</a:t>
            </a:r>
            <a:r>
              <a:rPr lang="en-US" dirty="0"/>
              <a:t> = new </a:t>
            </a:r>
            <a:r>
              <a:rPr lang="en-US" dirty="0" err="1"/>
              <a:t>GroupService</a:t>
            </a:r>
            <a:r>
              <a:rPr lang="en-US" dirty="0"/>
              <a:t>(</a:t>
            </a:r>
            <a:r>
              <a:rPr lang="en-US" dirty="0" err="1"/>
              <a:t>groupRepository</a:t>
            </a:r>
            <a:r>
              <a:rPr lang="en-US" dirty="0"/>
              <a:t>, null);</a:t>
            </a:r>
            <a:br>
              <a:rPr lang="en-US" dirty="0"/>
            </a:br>
            <a:r>
              <a:rPr lang="en-US" dirty="0"/>
              <a:t>        List&lt;</a:t>
            </a:r>
            <a:r>
              <a:rPr lang="en-US" dirty="0" err="1"/>
              <a:t>GroupPojo</a:t>
            </a:r>
            <a:r>
              <a:rPr lang="en-US" dirty="0"/>
              <a:t>&gt; groups = </a:t>
            </a:r>
            <a:r>
              <a:rPr lang="en-US" dirty="0" err="1"/>
              <a:t>bookService.findAll</a:t>
            </a:r>
            <a:r>
              <a:rPr lang="en-US" dirty="0"/>
              <a:t>(null);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i="1" dirty="0" err="1"/>
              <a:t>assertEquals</a:t>
            </a:r>
            <a:r>
              <a:rPr lang="en-US" dirty="0"/>
              <a:t>(1, </a:t>
            </a:r>
            <a:r>
              <a:rPr lang="en-US" dirty="0" err="1"/>
              <a:t>groups.size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i="1" dirty="0" err="1"/>
              <a:t>assertEquals</a:t>
            </a:r>
            <a:r>
              <a:rPr lang="en-US" dirty="0"/>
              <a:t>(1L, </a:t>
            </a:r>
            <a:r>
              <a:rPr lang="en-US" dirty="0" err="1"/>
              <a:t>groups.get</a:t>
            </a:r>
            <a:r>
              <a:rPr lang="en-US" dirty="0"/>
              <a:t>(0).</a:t>
            </a:r>
            <a:r>
              <a:rPr lang="en-US" dirty="0" err="1"/>
              <a:t>getId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i="1" dirty="0" err="1"/>
              <a:t>assertEquals</a:t>
            </a:r>
            <a:r>
              <a:rPr lang="en-US" dirty="0"/>
              <a:t>("Group 1", </a:t>
            </a:r>
            <a:r>
              <a:rPr lang="en-US" dirty="0" err="1"/>
              <a:t>groups.get</a:t>
            </a:r>
            <a:r>
              <a:rPr lang="en-US" dirty="0"/>
              <a:t>(0).</a:t>
            </a:r>
            <a:r>
              <a:rPr lang="en-US" dirty="0" err="1"/>
              <a:t>getName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Модульный тест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5645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dirty="0"/>
              <a:t>[INFO] Results: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Tests run: 2, Failures: 0, Errors: 0, Skipped: 0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 jacoco-maven-plugin:0.8.7:report (post-unit-test) @ study-backend ---</a:t>
            </a:r>
          </a:p>
          <a:p>
            <a:pPr marL="0" indent="0">
              <a:buNone/>
            </a:pPr>
            <a:r>
              <a:rPr lang="en-US" dirty="0"/>
              <a:t>[INFO] Loading execution data file C:\Users\One\Downloads\study\backend\target\jacoco.exec</a:t>
            </a:r>
          </a:p>
          <a:p>
            <a:pPr marL="0" indent="0">
              <a:buNone/>
            </a:pPr>
            <a:r>
              <a:rPr lang="en-US" dirty="0"/>
              <a:t>[INFO] Analyzed bundle 'Study Backend' with 11 classes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 jacoco-maven-plugin:0.8.7:report (default-report) @ study-backend ---</a:t>
            </a:r>
          </a:p>
          <a:p>
            <a:pPr marL="0" indent="0">
              <a:buNone/>
            </a:pPr>
            <a:r>
              <a:rPr lang="en-US" dirty="0"/>
              <a:t>[INFO] Loading execution data file C:\Users\One\Downloads\study\backend\target\jacoco.exec</a:t>
            </a:r>
          </a:p>
          <a:p>
            <a:pPr marL="0" indent="0">
              <a:buNone/>
            </a:pPr>
            <a:r>
              <a:rPr lang="en-US" dirty="0"/>
              <a:t>[INFO] Analyzed bundle 'Study Backend' with 11 classes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 maven-jar-plugin:3.3.0:jar (default-jar) @ study-backend ---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 spring-boot-maven-plugin:3.0.2:repackage (repackage) @ study-backend ---</a:t>
            </a:r>
          </a:p>
          <a:p>
            <a:pPr marL="0" indent="0">
              <a:buNone/>
            </a:pPr>
            <a:r>
              <a:rPr lang="en-US" dirty="0"/>
              <a:t>[INFO] Replacing main artifact with repackaged archive</a:t>
            </a:r>
          </a:p>
          <a:p>
            <a:pPr marL="0" indent="0">
              <a:buNone/>
            </a:pPr>
            <a:r>
              <a:rPr lang="en-US" dirty="0"/>
              <a:t>[INFO] </a:t>
            </a:r>
          </a:p>
          <a:p>
            <a:pPr marL="0" indent="0">
              <a:buNone/>
            </a:pPr>
            <a:r>
              <a:rPr lang="en-US" dirty="0"/>
              <a:t>[INFO] --- jacoco-maven-plugin:0.8.7:prepare-agent (pre-integration-test) @ study-backend ---</a:t>
            </a:r>
          </a:p>
          <a:p>
            <a:pPr marL="0" indent="0">
              <a:buNone/>
            </a:pPr>
            <a:r>
              <a:rPr lang="en-US" dirty="0"/>
              <a:t>[INFO] </a:t>
            </a:r>
            <a:r>
              <a:rPr lang="en-US" dirty="0" err="1"/>
              <a:t>failsafeArgLine</a:t>
            </a:r>
            <a:r>
              <a:rPr lang="en-US" dirty="0"/>
              <a:t> set to -</a:t>
            </a:r>
            <a:r>
              <a:rPr lang="en-US" dirty="0" err="1"/>
              <a:t>javaagent:C</a:t>
            </a:r>
            <a:r>
              <a:rPr lang="en-US" dirty="0"/>
              <a:t>:\\Users\\One\\.m2\\repository\\org\\</a:t>
            </a:r>
            <a:r>
              <a:rPr lang="en-US" dirty="0" err="1"/>
              <a:t>jacoco</a:t>
            </a:r>
            <a:r>
              <a:rPr lang="en-US" dirty="0"/>
              <a:t>\\</a:t>
            </a:r>
            <a:r>
              <a:rPr lang="en-US" dirty="0" err="1"/>
              <a:t>org.jacoco.agent</a:t>
            </a:r>
            <a:r>
              <a:rPr lang="en-US" dirty="0"/>
              <a:t>\\0.8.7\\org.jacoco.agent-0.8.7-runtime.jar=</a:t>
            </a:r>
            <a:r>
              <a:rPr lang="en-US" dirty="0" err="1"/>
              <a:t>destfile</a:t>
            </a:r>
            <a:r>
              <a:rPr lang="en-US" dirty="0"/>
              <a:t>=C:\\Users\\One\\Downloads\\study\\backend\\target\\</a:t>
            </a:r>
            <a:r>
              <a:rPr lang="en-US" dirty="0" err="1" smtClean="0"/>
              <a:t>jacoco-it.exec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[ [</a:t>
            </a:r>
            <a:r>
              <a:rPr lang="en-US" dirty="0"/>
              <a:t>INFO] ------------------------------------------------------------------------</a:t>
            </a:r>
          </a:p>
          <a:p>
            <a:pPr marL="0" indent="0">
              <a:buNone/>
            </a:pPr>
            <a:r>
              <a:rPr lang="en-US" dirty="0"/>
              <a:t>[INFO] BUILD SUCCESS</a:t>
            </a:r>
          </a:p>
          <a:p>
            <a:pPr marL="0" indent="0">
              <a:buNone/>
            </a:pPr>
            <a:r>
              <a:rPr lang="en-US" dirty="0"/>
              <a:t>[INFO] </a:t>
            </a:r>
            <a:r>
              <a:rPr lang="en-US" dirty="0" smtClean="0"/>
              <a:t>------------------------------------------------------------------------</a:t>
            </a:r>
            <a:endParaRPr lang="en-US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/>
              </a:rPr>
              <a:t>После сборки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1539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/>
              </a:rPr>
              <a:t>Покрытие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5868144" cy="182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5228042"/>
            <a:ext cx="5868144" cy="120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17032"/>
            <a:ext cx="5868144" cy="11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266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/>
              </a:rPr>
              <a:t>Покрытие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6912768" cy="4639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8480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90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11244</TotalTime>
  <Words>646</Words>
  <Application>Microsoft Office PowerPoint</Application>
  <PresentationFormat>Экран (4:3)</PresentationFormat>
  <Paragraphs>101</Paragraphs>
  <Slides>25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Бумажная</vt:lpstr>
      <vt:lpstr>Разработка веб-приложений</vt:lpstr>
      <vt:lpstr>Структура проекта</vt:lpstr>
      <vt:lpstr>pom.xml</vt:lpstr>
      <vt:lpstr>pom.xml (frontend)</vt:lpstr>
      <vt:lpstr>pom.xml (backend)</vt:lpstr>
      <vt:lpstr>Плагины (frontend)</vt:lpstr>
      <vt:lpstr>Плагины (frontend)</vt:lpstr>
      <vt:lpstr>Плагины (backend)</vt:lpstr>
      <vt:lpstr>Плагины (backend)</vt:lpstr>
      <vt:lpstr>Плагины (backend)</vt:lpstr>
      <vt:lpstr>Плагины (backend)</vt:lpstr>
      <vt:lpstr>Сборка</vt:lpstr>
      <vt:lpstr>Сборка</vt:lpstr>
      <vt:lpstr>Окружения</vt:lpstr>
      <vt:lpstr>Использование настроек</vt:lpstr>
      <vt:lpstr>Интеграционные и модульные тесты</vt:lpstr>
      <vt:lpstr>pom.xml</vt:lpstr>
      <vt:lpstr>application.properties</vt:lpstr>
      <vt:lpstr>Интеграционный тест</vt:lpstr>
      <vt:lpstr>Интеграционный тест</vt:lpstr>
      <vt:lpstr>Модульный тест</vt:lpstr>
      <vt:lpstr>После сборки</vt:lpstr>
      <vt:lpstr>Покрытие</vt:lpstr>
      <vt:lpstr>Покрытие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веб-приложений</dc:title>
  <dc:creator>Илья Лёзин</dc:creator>
  <cp:lastModifiedBy>Илья Лёзин</cp:lastModifiedBy>
  <cp:revision>252</cp:revision>
  <dcterms:created xsi:type="dcterms:W3CDTF">2023-01-29T04:06:22Z</dcterms:created>
  <dcterms:modified xsi:type="dcterms:W3CDTF">2023-04-17T09:45:32Z</dcterms:modified>
</cp:coreProperties>
</file>